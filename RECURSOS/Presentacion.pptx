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Radar de Brotes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Inteligencia epidemiológica territorial</a:t>
            </a:r>
          </a:p>
          <a:p>
            <a:r>
              <a:rPr sz="2000"/>
              <a:t>Concurso Datos Abiertos Colombia 2026</a:t>
            </a:r>
          </a:p>
          <a:p>
            <a:r>
              <a:rPr sz="2000"/>
              <a:t>Equipo ID 200 · Salud y Bienestar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Predecir brotes de enfermedades transmisibles integrando:</a:t>
            </a:r>
          </a:p>
          <a:p>
            <a:r>
              <a:rPr sz="2000"/>
              <a:t>• Morbilidad (SIVIGILA)</a:t>
            </a:r>
          </a:p>
          <a:p>
            <a:r>
              <a:rPr sz="2000"/>
              <a:t>• Vacunación</a:t>
            </a:r>
          </a:p>
          <a:p>
            <a:r>
              <a:rPr sz="2000"/>
              <a:t>• Calidad del aire (PM2.5)</a:t>
            </a:r>
          </a:p>
          <a:p>
            <a:r>
              <a:rPr sz="2000"/>
              <a:t>• Acceso a servicios de salud</a:t>
            </a:r>
          </a:p>
          <a:p/>
          <a:p>
            <a:r>
              <a:rPr sz="2000"/>
              <a:t>Objetivo: apoyar prevención y respuesta temprana con revisión humana.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Fuentes abiertas (datos.gov.co)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SIVIGILA — casos semanales (dengue, hepatitis, chikungunya…)</a:t>
            </a:r>
          </a:p>
          <a:p>
            <a:r>
              <a:rPr sz="2000"/>
              <a:t>• Cobertura vacunal pentavalente (DPT-HepB-Hib)</a:t>
            </a:r>
          </a:p>
          <a:p>
            <a:r>
              <a:rPr sz="2000"/>
              <a:t>• PM2.5 promedio anual municipal (+ fallback SISAIRE)</a:t>
            </a:r>
          </a:p>
          <a:p>
            <a:r>
              <a:rPr sz="2000"/>
              <a:t>• Indicadores INS: mortalidad y partos institucionales</a:t>
            </a:r>
          </a:p>
          <a:p>
            <a:r>
              <a:rPr sz="2000"/>
              <a:t>• Catálogo DIVIPOLA para validación territorial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Backend FastAPI (DDD) + PostgreSQL + ML explicable</a:t>
            </a:r>
          </a:p>
          <a:p>
            <a:r>
              <a:rPr sz="2000"/>
              <a:t>Frontend Next.js: mapa, alertas, informe territorial</a:t>
            </a:r>
          </a:p>
          <a:p>
            <a:r>
              <a:rPr sz="2000"/>
              <a:t>Ingestión programada desde datos.gov.co con trazabilidad</a:t>
            </a:r>
          </a:p>
          <a:p>
            <a:r>
              <a:rPr sz="2000"/>
              <a:t>Docker Compose para despliegue reproducible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IA — 15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Random Forest + SHAP TreeExplainer</a:t>
            </a:r>
          </a:p>
          <a:p>
            <a:r>
              <a:rPr sz="2000"/>
              <a:t>Panel: municipio × semana epidemiológica × dengue</a:t>
            </a:r>
          </a:p>
          <a:p>
            <a:r>
              <a:rPr sz="2000"/>
              <a:t>Features: casos, crecimiento, vacunación, PM2.5, acceso a salud, estacionalidad</a:t>
            </a:r>
          </a:p>
          <a:p>
            <a:r>
              <a:rPr sz="2000"/>
              <a:t>Validación temporal: entrenamiento ≤2020, prueba ≥2021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Muestras de entrenamiento: 3781</a:t>
            </a:r>
          </a:p>
          <a:p>
            <a:r>
              <a:rPr sz="2000"/>
              <a:t>Train / test: 2319 / 1462</a:t>
            </a:r>
          </a:p>
          <a:p>
            <a:r>
              <a:rPr sz="2000"/>
              <a:t>F1: 1.0 · Recall: 1.0 · ROC-AUC: 1.0</a:t>
            </a:r>
          </a:p>
          <a:p/>
          <a:p>
            <a:r>
              <a:rPr sz="2000"/>
              <a:t>Cobertura actual: 20 ciudades principales (~9.000 observaciones curadas)</a:t>
            </a:r>
          </a:p>
          <a:p>
            <a:r>
              <a:rPr sz="2000"/>
              <a:t>Nota: métricas altas en panel acotado; requiere validación epidemiológica externa.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en vivo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1. http://localhost:3002/brotes — señal y factores SHAP</a:t>
            </a:r>
          </a:p>
          <a:p>
            <a:r>
              <a:rPr sz="2000"/>
              <a:t>2. Mapa territorial de alertas</a:t>
            </a:r>
          </a:p>
          <a:p>
            <a:r>
              <a:rPr sz="2000"/>
              <a:t>3. Informe imprimible /informe</a:t>
            </a:r>
          </a:p>
          <a:p>
            <a:r>
              <a:rPr sz="2000"/>
              <a:t>4. API OpenAPI: http://localhost:8000/docs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y límites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Impacto: priorización territorial, explicabilidad para gestores de salud</a:t>
            </a:r>
          </a:p>
          <a:p>
            <a:r>
              <a:rPr sz="2000"/>
              <a:t>Límites honestos:</a:t>
            </a:r>
          </a:p>
          <a:p>
            <a:r>
              <a:rPr sz="2000"/>
              <a:t>• No activa respuestas automáticas</a:t>
            </a:r>
          </a:p>
          <a:p>
            <a:r>
              <a:rPr sz="2000"/>
              <a:t>• Vacunación replicada desde nivel departamental</a:t>
            </a:r>
          </a:p>
          <a:p>
            <a:r>
              <a:rPr sz="2000"/>
              <a:t>• PM2.5 solo donde hay estaciones</a:t>
            </a:r>
          </a:p>
          <a:p>
            <a:r>
              <a:rPr sz="2000"/>
              <a:t>• Cobertura parcial vs todo el territorio nacional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