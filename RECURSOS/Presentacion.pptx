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3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rt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60473"/>
            <a:ext cx="309798" cy="559612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5C54"/>
                </a:solidFill>
              </a:defRPr>
            </a:pPr>
            <a:r>
              <a:t>¿Cómo anticipar un brote antes de que el sistema de salud se sobrecargue?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Los brotes de enfermedades transmisibles exigen detección temprana, pero la información está dispersa en fuentes abiertas difíciles de cruzar en tiempo útil.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Objetivo: priorizar municipios con señal de brote integrando morbilidad, vacunación, calidad del aire y acceso a salud.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Enfoque: apoyo analítico con revisión humana — no activación automática de emergencias.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FUENTES OFICIALES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Datos abiertos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370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SIVIGILA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Casos semanales: dengue, hepatitis, chikungunya, fiebre tifoidea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1733702"/>
            <a:ext cx="90891" cy="115031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7952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Vacunación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7952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Cobertura pentavalente DPT-HepB-Hib (datos.gov.co)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173370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1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Calidad del 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1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PM2.5 anual municipal con fallback SISAIRE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699662"/>
            <a:ext cx="90891" cy="115031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Indicadores 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Mortalidad general y partos institucionales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3360" y="369966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87952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DIVIPOLA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87952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Validación territorial embebida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79" y="3699662"/>
            <a:ext cx="90891" cy="1150315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62671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Panel 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1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20 ciudades · ~9.000 obs. · 15 variables · PostgreSQL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Solución e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Datos abiertos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Socrata · INS · SIVIGILA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79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Ingestión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Worker + PostgreSQL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0644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Modelo 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Random Forest + SHAP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6676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Plataforma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FastAPI + Next.js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92608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48640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2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3246120"/>
            <a:ext cx="10515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Unidad analítica: municipio × semana epidemiológica × dengue (código 210)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Validación temporal: entrenamiento ≤ 2020 · prueba ≥ 2021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Explicabilidad SHAP TreeExplainer · fallback rule-based auditable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Despliegue reproducible con Docker 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Resultados y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7126"/>
            <a:ext cx="94731" cy="994867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5C54"/>
                </a:solidFill>
              </a:defRPr>
            </a:pPr>
            <a:r>
              <a:t>3781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Muestras 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7126"/>
            <a:ext cx="94731" cy="994867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B45309"/>
                </a:solidFill>
              </a:defRPr>
            </a:pPr>
            <a:r>
              <a:t>2319 / 1462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Train /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697126"/>
            <a:ext cx="94731" cy="994867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5C54"/>
                </a:solidFill>
              </a:defRPr>
            </a:pPr>
            <a:r>
              <a:t>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F1 temporal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46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Modelo promovido: randomforest-outbreak-v1.0.0 (Random Forest + SHAP)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Cobertura: 20 ciudades principales · ~9.000 observaciones curadas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Cautela: panel acotado; validación epidemiológica externa pendiente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Demo en vivo: https://concurso-datos-abiertos-colombia-20.vercel.app/brotes  ·  Mapa /informe  ·  API https://epintel-api.onrender.com/docs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IMPACTO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Impacto y 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60473"/>
            <a:ext cx="309798" cy="559612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5C54"/>
                </a:solidFill>
              </a:defRPr>
            </a:pPr>
            <a:r>
              <a:t>Valor público: prevención y respuesta temprana con trazabilidad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Beneficiarios: equipos de vigilancia en salud pública y gestión territorial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Permite focalizar recursos antes del pico de casos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Explicación clara de factores — evita caja negra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Reproducible con datos abiertos oficiales de Colombia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Sostenibilidad: ingestión automática, documentación, CI y despliegue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ENTREGABLES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Repositorio y 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GitHub: https://github.com/luisrapalino/concurso-datos-abiertos-colombia-2026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README.md — ficha técnica y guía de reproducción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docs/concurso-alignment.md — trazabilidad del reto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docs/data-dictionary.md — 15 variables del modelo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docs/ml-evaluation.md — validación, métricas y límites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RECURSOS/ — presentación, PDF y portada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EEAD4"/>
                </a:solidFill>
              </a:rPr>
              <a:t>C I E R R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Priorizamos municipios con señal de brote usando datos abiertos de Colombia e inteligencia artificial explicable.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Integración multifuente · Explicabilidad SHAP · Plataforma demostrable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</a:defRPr>
            </a:pPr>
            <a:r>
              <a:t>https://github.com/luisrapalino/concurso-datos-abiertos-colombia-2026</a:t>
            </a:r>
          </a:p>
          <a:p>
            <a:pPr>
              <a:spcAft>
                <a:spcPts val="1200"/>
              </a:spcAft>
              <a:defRPr sz="1600">
                <a:solidFill>
                  <a:srgbClr val="5EEAD4"/>
                </a:solidFill>
              </a:defRPr>
            </a:pPr>
            <a:r>
              <a:t>Gracias — preguntas técnicas bienvenidas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