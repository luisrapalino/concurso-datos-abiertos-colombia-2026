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Radar de Brotes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Concurso Datos al Ecosistema 2026 · IA para Colombia</a:t>
            </a:r>
          </a:p>
          <a:p/>
          <a:p>
            <a:r>
              <a:rPr sz="1800"/>
              <a:t>Equipo ID 200 · Nivel Intermedio (IA)</a:t>
            </a:r>
          </a:p>
          <a:p>
            <a:r>
              <a:rPr sz="1800"/>
              <a:t>Reto: Salud y Bienestar — brotes transmisibles</a:t>
            </a:r>
          </a:p>
          <a:p/>
          <a:p>
            <a:r>
              <a:rPr sz="1800"/>
              <a:t>Integrantes:</a:t>
            </a:r>
          </a:p>
          <a:p>
            <a:r>
              <a:rPr sz="1800"/>
              <a:t>• Líder — luisrapalino88@gmail.com</a:t>
            </a:r>
          </a:p>
          <a:p>
            <a:r>
              <a:rPr sz="1800"/>
              <a:t>• Participante 2 — Rapalinorokate@gmail.com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Problema y objetivo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Problema:</a:t>
            </a:r>
          </a:p>
          <a:p>
            <a:r>
              <a:rPr sz="1800"/>
              <a:t>Los brotes de enfermedades transmisibles requieren detección temprana, pero la información está dispersa en fuentes abiertas.</a:t>
            </a:r>
          </a:p>
          <a:p/>
          <a:p>
            <a:r>
              <a:rPr sz="1800"/>
              <a:t>Objetivo:</a:t>
            </a:r>
          </a:p>
          <a:p>
            <a:r>
              <a:rPr sz="1800"/>
              <a:t>Priorizar municipios con señal de brote integrando morbilidad, vacunación, calidad del aire y acceso a salud — con IA explicable y revisión humana.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Datos abiertos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Fuentes (datos.gov.co):</a:t>
            </a:r>
          </a:p>
          <a:p>
            <a:r>
              <a:rPr sz="1800"/>
              <a:t>• SIVIGILA — casos semanales (dengue, hepatitis, chikungunya…)</a:t>
            </a:r>
          </a:p>
          <a:p>
            <a:r>
              <a:rPr sz="1800"/>
              <a:t>• Vacunación pentavalente DPT-HepB-Hib</a:t>
            </a:r>
          </a:p>
          <a:p>
            <a:r>
              <a:rPr sz="1800"/>
              <a:t>• PM2.5 anual municipal (+ fallback SISAIRE)</a:t>
            </a:r>
          </a:p>
          <a:p>
            <a:r>
              <a:rPr sz="1800"/>
              <a:t>• INS: mortalidad y partos institucionales</a:t>
            </a:r>
          </a:p>
          <a:p/>
          <a:p>
            <a:r>
              <a:rPr sz="1800"/>
              <a:t>Tratamiento:</a:t>
            </a:r>
          </a:p>
          <a:p>
            <a:r>
              <a:rPr sz="1800"/>
              <a:t>20 ciudades · ~9.000 observaciones curadas · 15 variables ML · validación DIVIPOLA · ingestión trazable en PostgreSQL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Solución e 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Plataforma modular (FastAPI + Next.js + Docker):</a:t>
            </a:r>
          </a:p>
          <a:p>
            <a:r>
              <a:rPr sz="1800"/>
              <a:t>• Ingestión desde datos.gov.co con token Socrata</a:t>
            </a:r>
          </a:p>
          <a:p>
            <a:r>
              <a:rPr sz="1800"/>
              <a:t>• Modelo Random Forest + SHAP TreeExplainer</a:t>
            </a:r>
          </a:p>
          <a:p>
            <a:r>
              <a:rPr sz="1800"/>
              <a:t>• Panel: municipio × semana epidemiológica × dengue</a:t>
            </a:r>
          </a:p>
          <a:p>
            <a:r>
              <a:rPr sz="1800"/>
              <a:t>• Validación temporal: entrenamiento ≤2020, prueba ≥2021</a:t>
            </a:r>
          </a:p>
          <a:p>
            <a:r>
              <a:rPr sz="1800"/>
              <a:t>• Fallback rule-based auditable si no hay modelo promovido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Resultados y 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Modelo promovido: randomforest-outbreak-v1.0.0</a:t>
            </a:r>
          </a:p>
          <a:p>
            <a:r>
              <a:rPr sz="1800"/>
              <a:t>• 3781 muestras de entrenamiento (dengue semanal)</a:t>
            </a:r>
          </a:p>
          <a:p>
            <a:r>
              <a:rPr sz="1800"/>
              <a:t>• Split temporal: train 2319 / test 1462</a:t>
            </a:r>
          </a:p>
          <a:p>
            <a:r>
              <a:rPr sz="1800"/>
              <a:t>• F1 1.0 · Recall 1.0 · ROC-AUC 1.0</a:t>
            </a:r>
          </a:p>
          <a:p>
            <a:r>
              <a:rPr sz="1800"/>
              <a:t>• Cautela: panel acotado; validación epidemiológica externa pendiente</a:t>
            </a:r>
          </a:p>
          <a:p/>
          <a:p>
            <a:r>
              <a:rPr sz="1800"/>
              <a:t>Demo en vivo:</a:t>
            </a:r>
          </a:p>
          <a:p>
            <a:r>
              <a:rPr sz="1800"/>
              <a:t>• http://localhost:3002/brotes — señal y factores SHAP</a:t>
            </a:r>
          </a:p>
          <a:p>
            <a:r>
              <a:rPr sz="1800"/>
              <a:t>• /mapa — alertas territoriales · /informe — reporte imprimible</a:t>
            </a:r>
          </a:p>
          <a:p>
            <a:r>
              <a:rPr sz="1800"/>
              <a:t>• API: http://localhost:8000/docs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Impacto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Beneficiarios: gestores de salud pública y vigilancia territorial</a:t>
            </a:r>
          </a:p>
          <a:p/>
          <a:p>
            <a:r>
              <a:rPr sz="1800"/>
              <a:t>Valor público:</a:t>
            </a:r>
          </a:p>
          <a:p>
            <a:r>
              <a:rPr sz="1800"/>
              <a:t>• Priorización de territorios antes del pico de casos</a:t>
            </a:r>
          </a:p>
          <a:p>
            <a:r>
              <a:rPr sz="1800"/>
              <a:t>• Explicación clara de factores (no caja negra)</a:t>
            </a:r>
          </a:p>
          <a:p>
            <a:r>
              <a:rPr sz="1800"/>
              <a:t>• Reproducible con datos abiertos oficiales</a:t>
            </a:r>
          </a:p>
          <a:p/>
          <a:p>
            <a:r>
              <a:rPr sz="1800"/>
              <a:t>Sostenibilidad: worker de ingestión, documentación, CI y despliegue Docker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Repositorio y recursos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GitHub: https://github.com/luisrapalino/concurso-datos-abiertos-colombia-2026</a:t>
            </a:r>
          </a:p>
          <a:p/>
          <a:p>
            <a:r>
              <a:rPr sz="1800"/>
              <a:t>Documentación clave:</a:t>
            </a:r>
          </a:p>
          <a:p>
            <a:r>
              <a:rPr sz="1800"/>
              <a:t>• README.md — ficha técnica y reproducción</a:t>
            </a:r>
          </a:p>
          <a:p>
            <a:r>
              <a:rPr sz="1800"/>
              <a:t>• docs/concurso-alignment.md — trazabilidad del reto</a:t>
            </a:r>
          </a:p>
          <a:p>
            <a:r>
              <a:rPr sz="1800"/>
              <a:t>• docs/data-dictionary.md — 15 variables</a:t>
            </a:r>
          </a:p>
          <a:p>
            <a:r>
              <a:rPr sz="1800"/>
              <a:t>• docs/ml-evaluation.md — validación y límites</a:t>
            </a:r>
          </a:p>
          <a:p>
            <a:r>
              <a:rPr sz="1800"/>
              <a:t>• RECURSOS/ — presentación y portada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Cierre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Frase clave:</a:t>
            </a:r>
          </a:p>
          <a:p>
            <a:r>
              <a:rPr sz="1800"/>
              <a:t>Priorizamos municipios con riesgo de brote usando datos abiertos de Colombia e IA explicable.</a:t>
            </a:r>
          </a:p>
          <a:p/>
          <a:p>
            <a:r>
              <a:rPr sz="1800"/>
              <a:t>Valor diferencial:</a:t>
            </a:r>
          </a:p>
          <a:p>
            <a:r>
              <a:rPr sz="1800"/>
              <a:t>Integración multifuente + explicabilidad SHAP + plataforma demostrable en 10 minutos.</a:t>
            </a:r>
          </a:p>
          <a:p/>
          <a:p>
            <a:r>
              <a:rPr sz="1800"/>
              <a:t>Gracias — preguntas técnicas bienvenidas.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